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2A"/>
          </a:solidFill>
          <a:ln w="12700">
            <a:solidFill>
              <a:srgbClr val="102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7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AI-native 主动管理假设生命周期系统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96926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FE7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从研报库、问答 CLI 到可验证、自训练的交易研究闭环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1942186" cy="621792"/>
          </a:xfrm>
          <a:prstGeom prst="roundRect">
            <a:avLst>
              <a:gd name="adj" fmla="val 8824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310128"/>
            <a:ext cx="185074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信息摄入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3434" y="3154680"/>
            <a:ext cx="1942186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9154" y="3310128"/>
            <a:ext cx="185074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假设库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35347" y="3154680"/>
            <a:ext cx="1942186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1067" y="3310128"/>
            <a:ext cx="185074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多智能体验证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87261" y="3154680"/>
            <a:ext cx="1942186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2981" y="3310128"/>
            <a:ext cx="185074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市场反馈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39174" y="3154680"/>
            <a:ext cx="1942186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4894" y="3310128"/>
            <a:ext cx="185074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自训练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173B3B"/>
          </a:solidFill>
          <a:ln w="12700">
            <a:solidFill>
              <a:srgbClr val="2D6B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908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Library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29000" y="45720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173B3B"/>
          </a:solidFill>
          <a:ln w="12700">
            <a:solidFill>
              <a:srgbClr val="2D6B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46908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Validation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45720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173B3B"/>
          </a:solidFill>
          <a:ln w="12700">
            <a:solidFill>
              <a:srgbClr val="2D6B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6908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Self-training Loop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823960" y="45720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173B3B"/>
          </a:solidFill>
          <a:ln w="12700">
            <a:solidFill>
              <a:srgbClr val="2D6B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0" y="46908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Review-gated Automation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9808" y="6172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C7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2026-06-16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研报库不等于买方能力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普及后，效率工具会变成标配；壁垒后移到假设管理。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99669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读得快不等于判断准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摘要多不等于可下注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买方需要持续跟踪、验证和淘汰假设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信息优势会衰减，判断资产管理才可能沉淀壁垒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核心资产：Hypothesis Library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如果量化基金有因子库，AI-native 主动管理应该有假设库。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2088490" cy="621792"/>
          </a:xfrm>
          <a:prstGeom prst="roundRect">
            <a:avLst>
              <a:gd name="adj" fmla="val 882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84248"/>
            <a:ext cx="199705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信息摄入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2578" y="1828800"/>
            <a:ext cx="208849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8298" y="1984248"/>
            <a:ext cx="199705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假设生成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90795" y="1828800"/>
            <a:ext cx="208849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6515" y="1984248"/>
            <a:ext cx="199705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证据链/状态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89013" y="1828800"/>
            <a:ext cx="208849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4733" y="1984248"/>
            <a:ext cx="199705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市场与基本面验证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87230" y="1828800"/>
            <a:ext cx="208849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2950" y="1984248"/>
            <a:ext cx="199705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决策与自训练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788920"/>
            <a:ext cx="99669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每条假设有状态、证据、风险和下一次验证日期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系统追踪假设生命周期，而不是孤立文档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错判和证据不足同样进入训练样本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当前系统已经有的积木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main 有基础闭环组件；agentic 分支已经形成多智能体和 autoresearch 方向。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多源只读问答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25112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8745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market-validate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量价窗口验证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18745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daily-loop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38744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自提问与反馈沉淀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2461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self-train/export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训练样本与动作建议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25112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2461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company-research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07992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公告/财务/模型工作簿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55864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55864" y="32461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agentic/autoresearch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38744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并发验证与实验账本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一条信息如何改变假设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例：CPO 增速放缓是否利好 MPO 连接器量价齐升？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识别主题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6208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1928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命中假设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8056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3776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更新证据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多智能体推演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21752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7472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市场/公告/财报验证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53600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9320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报告与 proposal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788920"/>
            <a:ext cx="99669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不只存摘要，而是判断利好哪个细分、谁受益、证据够不够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同时检查订单兑现、叙事扩散和赔率压缩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后续归因进入自训练样本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假设生命周期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每条假设都是一条有状态的生命线。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6208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1928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watching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8056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3776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strengthening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21752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7472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priced_in / divergent / disconfirmed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53600" y="1828800"/>
            <a:ext cx="1722120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9320" y="1984248"/>
            <a:ext cx="1630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archived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788920"/>
            <a:ext cx="99669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证据增强则优先级上升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市场提前定价则赔率下降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核心证据消失则降级或归档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多智能体负责验证，不负责拍脑袋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ask 把证据、反证、市场和交易语境拆开，再统一裁决。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82296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证据研究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寻找支持证据和来源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07792" y="187452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1874520"/>
            <a:ext cx="82296" cy="1417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反证审计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90672" y="2404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寻找反例、漏洞和证据缺口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21224" y="187452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21224" y="1874520"/>
            <a:ext cx="82296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4104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市场验证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04104" y="2404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候选池、量价、成交和定价状态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34656" y="187452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874520"/>
            <a:ext cx="82296" cy="1417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交易策略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17536" y="2404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赔率、节奏、风险和执行边界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848088" y="187452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48088" y="1874520"/>
            <a:ext cx="82296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30968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adjudicator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030968" y="2404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输出结论、置信度和下一步验证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自训练闭环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假设库是自训练的原料仓库。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460427" cy="621792"/>
          </a:xfrm>
          <a:prstGeom prst="roundRect">
            <a:avLst>
              <a:gd name="adj" fmla="val 882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84248"/>
            <a:ext cx="1368987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64515" y="1828800"/>
            <a:ext cx="1460427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0235" y="1984248"/>
            <a:ext cx="1368987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4671" y="1828800"/>
            <a:ext cx="1460427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0391" y="1984248"/>
            <a:ext cx="1368987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4826" y="1828800"/>
            <a:ext cx="1460427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0546" y="1984248"/>
            <a:ext cx="1368987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74982" y="1828800"/>
            <a:ext cx="1460427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0702" y="1984248"/>
            <a:ext cx="1368987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45137" y="1828800"/>
            <a:ext cx="1460427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0857" y="1984248"/>
            <a:ext cx="1368987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策略建议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15293" y="1828800"/>
            <a:ext cx="1460427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61013" y="1984248"/>
            <a:ext cx="1368987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人工审核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2788920"/>
            <a:ext cx="99669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先训练系统策略，不急着改模型参数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学习哪些信号值得优先、哪些叙事经常是假信号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学习哪些证据缺口必须补齐、哪些 agent 角色经常失效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agent-skills 管住工程复杂度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它不是交易策略，而是项目的工程操作系统。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Phase 先有规格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25112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8745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拆成小任务和验收点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18745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38744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薄切片实现，保持可回滚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2461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dry-run、写入边界、失败降级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25112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2461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07992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反证审核和代码审查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55864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55864" y="32461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ship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38744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文档、ADR、发布和观测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5A 到 Phase 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先建议，再审核，最后才谈自动化。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41832" y="2212848"/>
            <a:ext cx="9966960" cy="0"/>
          </a:xfrm>
          <a:prstGeom prst="line">
            <a:avLst/>
          </a:prstGeom>
          <a:noFill/>
          <a:ln w="25400">
            <a:solidFill>
              <a:srgbClr val="D7CD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333" y="1993392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9621" y="211226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5A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13232" y="2697480"/>
            <a:ext cx="1395113" cy="1920240"/>
          </a:xfrm>
          <a:prstGeom prst="roundRect">
            <a:avLst>
              <a:gd name="adj" fmla="val 3277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26080"/>
            <a:ext cx="1212233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提出改进建议，不自动应用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696174" y="1993392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4462" y="211226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5B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218073" y="2697480"/>
            <a:ext cx="1395113" cy="1920240"/>
          </a:xfrm>
          <a:prstGeom prst="roundRect">
            <a:avLst>
              <a:gd name="adj" fmla="val 3277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9513" y="2926080"/>
            <a:ext cx="1212233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Hypothesis Library V1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4201015" y="1993392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19303" y="211226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5C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22914" y="2697480"/>
            <a:ext cx="1395113" cy="1920240"/>
          </a:xfrm>
          <a:prstGeom prst="roundRect">
            <a:avLst>
              <a:gd name="adj" fmla="val 3277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4354" y="2926080"/>
            <a:ext cx="1212233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新信息自动命中和更新假设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705856" y="1993392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211226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227755" y="2697480"/>
            <a:ext cx="1395113" cy="1920240"/>
          </a:xfrm>
          <a:prstGeom prst="roundRect">
            <a:avLst>
              <a:gd name="adj" fmla="val 3277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9195" y="2926080"/>
            <a:ext cx="1212233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人工批准后应用低风险配置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210697" y="1993392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8985" y="211226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732597" y="2697480"/>
            <a:ext cx="1395113" cy="1920240"/>
          </a:xfrm>
          <a:prstGeom prst="roundRect">
            <a:avLst>
              <a:gd name="adj" fmla="val 3277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4037" y="2926080"/>
            <a:ext cx="1212233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多次验证后部分低风险自动应用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715538" y="1993392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3826" y="211226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237438" y="2697480"/>
            <a:ext cx="1395113" cy="1920240"/>
          </a:xfrm>
          <a:prstGeom prst="roundRect">
            <a:avLst>
              <a:gd name="adj" fmla="val 3277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8878" y="2926080"/>
            <a:ext cx="1212233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模拟交易闭环验证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10220379" y="1993392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38667" y="211226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742279" y="2697480"/>
            <a:ext cx="1395113" cy="1920240"/>
          </a:xfrm>
          <a:prstGeom prst="roundRect">
            <a:avLst>
              <a:gd name="adj" fmla="val 3277"/>
            </a:avLst>
          </a:prstGeom>
          <a:solidFill>
            <a:srgbClr val="FFFDF7"/>
          </a:solidFill>
          <a:ln w="12700">
            <a:solidFill>
              <a:srgbClr val="D7CD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33719" y="2926080"/>
            <a:ext cx="1212233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受控真实交易建议，不自动下单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还缺哪些数据源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闭环质量取决于市场、财报、订单和产业变量。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Tushare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行情、估值、财务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25112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8745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CNINFO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公告、财报、订单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18745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20574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企查查招投标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38744" y="24048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项目和客户兑现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2461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卖方深度报告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单柜用量、ASP、产业链模型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25112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24612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专家/调研纪要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07992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订单节奏和客户份额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55864" y="3246120"/>
            <a:ext cx="3474720" cy="1078992"/>
          </a:xfrm>
          <a:prstGeom prst="roundRect">
            <a:avLst>
              <a:gd name="adj" fmla="val 5085"/>
            </a:avLst>
          </a:prstGeom>
          <a:solidFill>
            <a:srgbClr val="FFFDF7"/>
          </a:solidFill>
          <a:ln w="13970">
            <a:solidFill>
              <a:srgbClr val="D7C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55864" y="3246120"/>
            <a:ext cx="82296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模拟组合/决策日志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38744" y="377647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仓位语境和复盘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33272" y="502920"/>
            <a:ext cx="822960" cy="0"/>
          </a:xfrm>
          <a:prstGeom prst="line">
            <a:avLst/>
          </a:prstGeom>
          <a:noFill/>
          <a:ln w="17780">
            <a:solidFill>
              <a:srgbClr val="D7C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86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下一步：Hypothesis Library V1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只读、可审计、可验证、人工审核前置。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99669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hypothesis create/list/report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update-from-article：新信息命中和更新假设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validate：市场/公告/财报线索验证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export sample：假设生命周期转训练样本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默认只写 .llm-wiki/hypotheses、events、reports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" y="5010912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102A2A"/>
          </a:solidFill>
          <a:ln w="12700">
            <a:solidFill>
              <a:srgbClr val="10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193792"/>
            <a:ext cx="10149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6FF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npm run codex:ingest -- hypothesis create --title "..." --segments MPO,CPO --write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411480" y="6400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3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Trading Review Wiki / Agent Skills Blueprint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64240" y="62910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Trading Review Wiki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递归自训练交易 AI 工程蓝图</dc:title>
  <dc:subject>AI-native active management hypothesis lifecycle system</dc:subject>
  <dc:creator>Trading Review Wiki</dc:creator>
  <cp:lastModifiedBy>Trading Review Wiki</cp:lastModifiedBy>
  <cp:revision>1</cp:revision>
  <dcterms:created xsi:type="dcterms:W3CDTF">2026-06-16T09:51:46Z</dcterms:created>
  <dcterms:modified xsi:type="dcterms:W3CDTF">2026-06-16T09:51:46Z</dcterms:modified>
</cp:coreProperties>
</file>